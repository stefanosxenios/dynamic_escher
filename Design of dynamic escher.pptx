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B0E28-D6DC-2FE4-825A-F2BEABA5F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CE7DA-EF43-9DAE-FCE8-C0FCD605BD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35DEF-DFEC-D370-E09A-BC91C21E4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D4F55-23E5-4844-9CA5-DC2407A40581}" type="datetimeFigureOut">
              <a:rPr lang="en-GR" smtClean="0"/>
              <a:t>18/11/25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0FB6E-92B6-4C38-4BB7-B3FBDBBD7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EF0B8-E284-0659-50CB-7EBDCC90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70EB-1755-5846-9416-C0B233B17A12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15980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D3AF5-5188-BC48-D23F-2EDD371C9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88DE6-D3FC-A937-5824-0DC56777C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7F2C7-0BE7-AE17-3F5F-ED291E785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D4F55-23E5-4844-9CA5-DC2407A40581}" type="datetimeFigureOut">
              <a:rPr lang="en-GR" smtClean="0"/>
              <a:t>18/11/25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ABF55-3E60-612B-E41E-A33D3CD8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10EA7-D132-14B5-816D-21BA0D095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70EB-1755-5846-9416-C0B233B17A12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982870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E212-CDFF-3CE4-438B-71270668F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FD42E-7167-C59D-9DAE-2790CD21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8F5AC-3AE1-6746-55AE-03FA2DDAA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D4F55-23E5-4844-9CA5-DC2407A40581}" type="datetimeFigureOut">
              <a:rPr lang="en-GR" smtClean="0"/>
              <a:t>18/11/25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46A8F-6D6B-043A-EA58-E8C60C386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0B533-E813-7765-D406-F9F16C7E0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70EB-1755-5846-9416-C0B233B17A12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398147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E449-0543-CB28-18CC-C8C6B41A8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40BB1-4CF3-551E-20E9-C2EF9BD15C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6ED7-39F8-D922-910A-59FA7C5D2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E1780-D4C1-B27A-A98C-4ED581EB3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D4F55-23E5-4844-9CA5-DC2407A40581}" type="datetimeFigureOut">
              <a:rPr lang="en-GR" smtClean="0"/>
              <a:t>18/11/25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193C2-44F6-0A05-BC34-15334038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77D20-5F58-B6AF-FE75-E5A07492B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70EB-1755-5846-9416-C0B233B17A12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1109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8AC6-0B7A-2315-DEBC-7C8A2863F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28461-7158-EB2B-A196-B233C7BCC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A4EC3-6005-0D42-884D-4BEE32A28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F6CD8-3E8C-5AB6-12BF-735C1B5BD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198CC-7819-CC47-D4AB-E1E996876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50FF4D-ACB0-EBDF-BFD5-FB5B31E5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D4F55-23E5-4844-9CA5-DC2407A40581}" type="datetimeFigureOut">
              <a:rPr lang="en-GR" smtClean="0"/>
              <a:t>18/11/25</a:t>
            </a:fld>
            <a:endParaRPr lang="en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174C21-4296-F4DC-6DBF-441A8971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3078F0-CF89-53C7-CA8C-2F52A95E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70EB-1755-5846-9416-C0B233B17A12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48325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A9BE3-4834-FAF8-3E03-20C57BBF3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8FEFE2-06AC-FC7F-1C09-5DD0D5C5E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D4F55-23E5-4844-9CA5-DC2407A40581}" type="datetimeFigureOut">
              <a:rPr lang="en-GR" smtClean="0"/>
              <a:t>18/11/25</a:t>
            </a:fld>
            <a:endParaRPr lang="en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C8DA3-B505-B66B-3D35-831E4E513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8F0EF-8836-8BA8-BDB6-C7FD010D1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70EB-1755-5846-9416-C0B233B17A12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567900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285930-B77D-C7B8-2DC0-EB6C43AD7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D4F55-23E5-4844-9CA5-DC2407A40581}" type="datetimeFigureOut">
              <a:rPr lang="en-GR" smtClean="0"/>
              <a:t>18/11/25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2016C8-CA1B-0CE4-2075-B653B5E31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2BFE1-2C22-9AC5-1608-133E45CD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70EB-1755-5846-9416-C0B233B17A12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951409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B243F-2296-A83D-18AA-99F255768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E3D89-9837-EB50-D721-A7D165CDD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A880D-6088-C139-8790-7F406862C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A523F-873B-A91A-AEFD-D08607058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D4F55-23E5-4844-9CA5-DC2407A40581}" type="datetimeFigureOut">
              <a:rPr lang="en-GR" smtClean="0"/>
              <a:t>18/11/25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34457-F8E8-9BCB-BBB3-12EDC8574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BEBD3-A22A-84E3-BEB8-15A3201C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70EB-1755-5846-9416-C0B233B17A12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093869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33DF8-CA04-53D0-CCD1-961DBF08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B3DF9D-83A8-DEE3-5E06-DC7D5F8787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DFE36-7FAD-C63F-2502-49634FB65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71A93-76CC-3938-4046-24E02059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D4F55-23E5-4844-9CA5-DC2407A40581}" type="datetimeFigureOut">
              <a:rPr lang="en-GR" smtClean="0"/>
              <a:t>18/11/25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3D56F-4017-6A03-9951-D23ACEB6B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87194-BDDA-BB87-8AEB-513DFFED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70EB-1755-5846-9416-C0B233B17A12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28542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7B18-EC64-CA5B-8E9D-FB199F387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24B72-1AE3-4CAF-5DE0-3D1065586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08DBC-99D4-AB01-94AB-AEF35C776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D4F55-23E5-4844-9CA5-DC2407A40581}" type="datetimeFigureOut">
              <a:rPr lang="en-GR" smtClean="0"/>
              <a:t>18/11/25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D8B45-CC0F-DD02-F78B-6224CFB95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1DB60-7192-A1B3-E8F7-3DF8208B1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70EB-1755-5846-9416-C0B233B17A12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563611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9FB815-0488-41D0-A106-1643C5C2BA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8D763-5AD6-E7CE-B015-B849A0FF2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EC93C-6525-E0F5-F581-7CB7E4AD4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D4F55-23E5-4844-9CA5-DC2407A40581}" type="datetimeFigureOut">
              <a:rPr lang="en-GR" smtClean="0"/>
              <a:t>18/11/25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A232A-F0D9-EFFD-85DE-94896354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F95B0-D62C-BE6D-F7CF-955ABB864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70EB-1755-5846-9416-C0B233B17A12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32349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0C469B-FFA1-A2D9-D81B-014DE311E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F0101-17ED-4500-A8E9-46BF0F15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EAF77-6C57-7F22-67B9-AE4E0E978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D4F55-23E5-4844-9CA5-DC2407A40581}" type="datetimeFigureOut">
              <a:rPr lang="en-GR" smtClean="0"/>
              <a:t>18/11/25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7D846-5048-A887-195E-CB1E1DBBF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8393E-3BAE-E84A-83A3-DFFA6BA62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2270EB-1755-5846-9416-C0B233B17A12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001721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C986B-9694-3E82-D735-F68F9CF7AA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R" dirty="0"/>
              <a:t>Dynamic Escher</a:t>
            </a:r>
          </a:p>
        </p:txBody>
      </p:sp>
    </p:spTree>
    <p:extLst>
      <p:ext uri="{BB962C8B-B14F-4D97-AF65-F5344CB8AC3E}">
        <p14:creationId xmlns:p14="http://schemas.microsoft.com/office/powerpoint/2010/main" val="1016879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738D-F5EA-584D-C58A-DE653332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 dirty="0"/>
              <a:t>The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3CB8-608E-5A2C-24C5-8E49FF82E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None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Typical frontend sequence: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 available models/maps</a:t>
            </a:r>
            <a:b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/models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one model + map + reference fluxes</a:t>
            </a:r>
            <a:b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/models/{</a:t>
            </a:r>
            <a:r>
              <a:rPr lang="en-GB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model_id</a:t>
            </a: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}/</a:t>
            </a:r>
            <a:r>
              <a:rPr lang="en-GB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initial_view</a:t>
            </a:r>
            <a:endParaRPr lang="en-GB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edits perturbations &amp; simulation settings in UI.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a simulation</a:t>
            </a:r>
            <a:b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/simulations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 fluxes for a given time point</a:t>
            </a:r>
            <a:b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/simulations/{</a:t>
            </a:r>
            <a:r>
              <a:rPr lang="en-GB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sim_id</a:t>
            </a: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}/</a:t>
            </a:r>
            <a:r>
              <a:rPr lang="en-GB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snapshot?time</a:t>
            </a: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=...</a:t>
            </a:r>
            <a:b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(or a full time series for some reactions:</a:t>
            </a:r>
            <a:b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/simulations/{</a:t>
            </a:r>
            <a:r>
              <a:rPr lang="en-GB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sim_id</a:t>
            </a: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}/timeseries)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Overlay the returned fluxes on the Escher map.</a:t>
            </a:r>
          </a:p>
          <a:p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4052590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Dynamic Escher</vt:lpstr>
      <vt:lpstr>The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Stefanos Xenios</dc:creator>
  <cp:lastModifiedBy>Stefanos Xenios</cp:lastModifiedBy>
  <cp:revision>1</cp:revision>
  <dcterms:created xsi:type="dcterms:W3CDTF">2025-11-18T08:37:58Z</dcterms:created>
  <dcterms:modified xsi:type="dcterms:W3CDTF">2025-11-18T08:40:16Z</dcterms:modified>
</cp:coreProperties>
</file>